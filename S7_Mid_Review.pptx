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1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7A14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50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PROJECT MID REVIEW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Cross-Slice Transformer Framework for Automated Glioma Segmentation Using Multi-Modal MRI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by,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Tintu Vijayan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Harinandan G — AM.SC.U4CSE23122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Nived G Nair — AM.SC.U4CSE23139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Satvik Chaudhary — AM.SC.U4CSE23142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Sunil Swaine — AM.SC.U4CSE23160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Summary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Architecture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237744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17920" y="402336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 Line (Plan)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17920" y="4846320"/>
            <a:ext cx="457200" cy="457200"/>
          </a:xfrm>
          <a:prstGeom prst="ellipse">
            <a:avLst/>
          </a:prstGeom>
          <a:solidFill>
            <a:srgbClr val="A61C4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864" cy="420624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554480"/>
            <a:ext cx="10607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Gliomas are among the most common primary brain tumours; accurate segmentation of tumour boundaries directly supports surgical planning and radiotherapy targeting.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slice-by-slice segmentation by radiologists is time-consuming and subject to inter-observer variability.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Context-Aware Cross-Slice Transformer that fuses information across neighbouring MRI slices to produce more consistent, automated glioma segmentation.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built and evaluated on the BraTS2020 multi-modal MRI dataset (369 patient volumes; T1, T1ce, T2, FLAIR).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diagnostic delay and radiologist workload with a reliable, automated segmentation pipeline — especially valuable in resource-limited healthcare settings (SDG 3).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8562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slice-by-slice tumour segmentation is time-consuming and inconsistent across radiologists.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clinically reliable segmentation can reduce diagnostic delay and ease radiology workload, particularly where specialists are scarce.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2666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46557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2-D segmentation networks process each MRI slice independently, ignoring anatomical continuity between adjacent slices — limiting volumetric consistency of predicted tumour boundaries.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788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1772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Cross-Slice Transformer that fuses neighbouring-slice context at the U-Net bottleneck.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Dice scores competitive with or better than CNN/Transformer baselines, with emphasis on the Enhancing Tumour (ET) region.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ablation (K = 1 baseline vs. K = 5 proposed) to isolate the contribution of cross-slice attention.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89204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749040"/>
                <a:gridCol w="2834640"/>
                <a:gridCol w="1353312"/>
              </a:tblGrid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 /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MM-MSCA-AF: Multi-Modal Multi-Scale Context Aggregation and Adaptive Fusion for Glioma Segmentation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multi-scale context aggregation with adaptive attention fusion for better feature extraction and segmentation accuracy on multi-modal MRI.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really model how context relates across slices in the MRI volume.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Transformer Deep Learning and Radiomics for Predicting IDH Wild-Type TERT Promoter Mutant Gliomas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 CrossFormer-based Transformer with radiomics features to capture global context for glioma analysis and predicting molecular subtypes.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focused on predicting molecular subtype rather than doing pixel-level tumor segmentation.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1185 Glioma MRI 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Integrated MRI-Based Diagnostic Framework for Glioma with Incomplete Imaging Sequences and Imperfect Annotations (SSL-MISS-Net)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self-supervised learning with a missing-modality optimization strategy so the model stays robust with incomplete MRI modalities or noisy annotations.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missing modalities well but is built more for diagnosis than precise segmentation.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Multi-center MRI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DeepGlioSeg: Advanced Glioma MRI Data Segmentation with Integrated Local-Global Representation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Proposes a CNN-Transformer Parallel Combination (CTPC) module that brings together local and global feature representations for glioma segmentation.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local and global features but doesn't explicitly learn cross-slice context or do uncertainty-aware refinement.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BraTS2019/2020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Deep Ensemble Learning Framework for Glioma Segmentation and Grading Prediction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GSG-UNet, which uses dual-domain attention, asymmetric convolutions, and multi-task learning to do segmentation and grading at the same time.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CNN-based, so it doesn't model long-range inter-slice dependencies the way attention-based methods could.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Cross-Slice Transformer With Adaptive Slice Fusion for Lymph Node Segmentation in CT Imaging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Suggests a Cross-Slice Transformer with Adaptive Slice Fusion for inter-slice context modelling in segmentation of CT scans. Main paper our proposed approach is based 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CT lymph nodes, not MRI glioma — adapting it to multi-modal brain MRI is the gap this project addresses.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 Lymph Node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2648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Eval. metrics used per paper — to be added once confirmed from each paper.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3931920"/>
        </p:xfrm>
        <a:graphic>
          <a:graphicData uri="http://schemas.openxmlformats.org/drawingml/2006/table">
            <a:tbl>
              <a:tblPr/>
              <a:tblGrid>
                <a:gridCol w="2103120"/>
                <a:gridCol w="5212080"/>
              </a:tblGrid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MM-MSCA-AF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really model how context relates across slices in the MRI volume.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Transformer + Radiomics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focused on predicting molecular subtype than doing pixel-level tumour segmentation.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SSL-MISS-Net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missing modalities well but is built more for diagnosis than precise segmentation.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DeepGlioSeg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local and global features but doesn't explicitly learn cross-slice context.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Ensemble (GSG-UNet)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CNN-based — doesn't model long-range inter-slice dependencies.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Cross-Slice Transformer (CT)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CT lymph nodes, not MRI glioma — not yet adapted to this clinical domain.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371600"/>
            <a:ext cx="3547872" cy="3931920"/>
          </a:xfrm>
          <a:prstGeom prst="roundRect">
            <a:avLst>
              <a:gd name="adj" fmla="val 2062"/>
            </a:avLst>
          </a:prstGeom>
          <a:solidFill>
            <a:srgbClr val="F7E3E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10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Gap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19659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glioma-segmentation method explicitly models inter-slice context with attention. The closest mechanism (Cross-Slice Transformer with Adaptive Slice Fusion) was built for CT lymph nodes — adapting it to multi-modal brain MRI glioma segmentation is the gap this project addresses.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48056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BraTS2020 — preprocessed per-slice HDF5 files, 369 patient volumes; 4 MRI modalities (T1, T1ce, T2, FLAIR) + one-hot segmentation masks; patient-level 80/20 train-val split (no leakage).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Colab (GPU training); Visual Studio Code and Jupyter Notebook for development; Git/GitHub for version control.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RTX 3050 Laptop GPU (4 GB VRAM, min. spec); 12th Gen Intel Core i5-12500H; 16 GB RAM; ~15 GB SSD storage.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Stack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3.13, PyTorch 2.7 (CUDA 12.6); torch.nn, torch.cuda.amp, NumPy, h5py; LaTeX, Mermaid, Lucidchart for documentation/diagrams.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/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 / Block diagram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Novelty / Innovation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3520440"/>
          </a:xfrm>
          <a:prstGeom prst="roundRect">
            <a:avLst>
              <a:gd name="adj" fmla="val 2078"/>
            </a:avLst>
          </a:prstGeom>
          <a:solidFill>
            <a:srgbClr val="F7E3EA"/>
          </a:solidFill>
          <a:ln w="12700">
            <a:solidFill>
              <a:srgbClr val="A61C4B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110916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6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system architecture / block diagram here 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/ Innovation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10512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fuses bottleneck features of K neighbouring slices via multi-head self-attention with learnable slice-position embeddings.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slice attends to surrounding-slice context — no extra gating or explicit fusion module required.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Testing Steps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10512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(shared 2-D U-Net) → Cross-Slice Transformer → decoder (centre-slice skips).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0.5×Dice + 0.5×BCE-with-logits; optimiser AdamW with cosine LR schedule; mixed precision (AMP).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validation: sigmoid → threshold 0.5 → WT / TC / ET Dice; best checkpoint saved.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E0C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5196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neighbouring slices (odd, centre = target); foreground-only sampling (centre slice must contain tumour)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width base_ch = 48 → ~6.7M params, ~2.5 GB VRAM at batch 4 (fits 4 GB GPUs)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Transformer: 4 attention heads, 2 encoder layers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4 · 80 epochs · LR 2e-4 · weight decay 1e-5 · AdamW + cosine-annealing LR (T_max = epochs)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0.5 Dice + 0.5 BCE · AMP mixed precision · patient-level 80/20 split (val_frac = 0.2) · seed = 42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works (SOTA)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and quantitative results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in table (WT / TC / ET Dice)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3246120"/>
          </a:xfrm>
          <a:prstGeom prst="roundRect">
            <a:avLst>
              <a:gd name="adj" fmla="val 2254"/>
            </a:avLst>
          </a:prstGeom>
          <a:solidFill>
            <a:srgbClr val="F7E3EA"/>
          </a:solidFill>
          <a:ln w="12700">
            <a:solidFill>
              <a:srgbClr val="A61C4B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110916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6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result analysis — visuals + quantitative comparison table here 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 Line (Plan)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1005840"/>
                <a:gridCol w="6062472"/>
                <a:gridCol w="2011680"/>
                <a:gridCol w="2011680"/>
              </a:tblGrid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4B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domain 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A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A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A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literature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A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 identification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A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finalised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A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 (architecture &amp; workflow)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6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C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Oct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Nov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Dec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enhancement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Jan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61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A61C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00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Cross-Slice Transformer for Glioma Segmentation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6437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6620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VIDYAPEETHAM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W. Aslam, J. Hussain, M. Z. Aslam, S. Jan, T. B. Riaz, A. Iqbal, M. Arif, and I. Khan, "Enhanced Brain Tumor Segmentation in Medical Imaging Using Multi-Modal Multi-Scale Contextual Aggregation and Attention Fusion," Scientific Reports, vol. 15, 2025.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P. Song, C. Shen, Z. Fan, F. Yin, Y. Wu, F. Liu, C. Zhao, W. Zeng, X. Xie, G. Wu, B. Yang, Z. Shi, and J. Yu, "An Integrated MRI-Based Diagnostic Framework for Glioma With Incomplete Imaging Sequences and Imperfect Annotations," npj Precision Oncology, vol. 9, 2025.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R. Li, Y. Liao, Y. Huang, X. Ma, G. Zhao, Y. Wang, and C. Song, "DeepGlioSeg: Advanced Glioma MRI Data Segmentation With Integrated Local-Global Representation Architecture," Frontiers in Oncology, vol. 15, Art. no. 1449911, 2025.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L. Wen, H. Sun, G. Liang, and Y. Yu, "A Deep Ensemble Learning Framework for Glioma Segmentation and Grading Prediction," Scientific Reports, vol. 15, Art. no. 4448, 2025.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B. Abdikenov, Z. Kairat, T. Zhaksylyk, Y. Orazayev, B. Ayanbayev, and N. Saidnassim, "Cross-Slice Transformer With Adaptive Slice Fusion for Lymph Node Segmentation in CT Imaging," IEEE Access, vol. 14, pp. 98650–98670, 2026.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2026-09-10T15:01:17Z</dcterms:created>
  <dcterms:modified xsi:type="dcterms:W3CDTF">2026-09-10T15:01:17Z</dcterms:modified>
</cp:coreProperties>
</file>